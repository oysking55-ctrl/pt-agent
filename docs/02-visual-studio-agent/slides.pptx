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C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Visual Studio를 이용한 나만의 Agent 만들기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4F8CFF"/>
                </a:solidFill>
              </a:defRPr>
            </a:pPr>
            <a:r>
              <a:t>w/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8056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CD6F6"/>
                </a:solidFill>
              </a:defRPr>
            </a:pPr>
            <a:r>
              <a:t>대상: 대학생/일반인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1280160" cy="50800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오늘의 이야기 — 다시 출근, 그리고 반복되는 엑셀 업무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10년간 경력이 끊겼다가 세무사 사무실에 새로 출근하게 된 상황을 가정해볼게요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세무사 사무실에는 거래처 명세서 정리, 매출·매입 자료 취합처럼 매달 똑같이 반복되는 엑셀 작업이 많아요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손으로 하나하나 복사·붙여넣기를 하다 보면 시간도 오래 걸리고 실수도 생기기 쉬워요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오늘은 이런 반복 작업을 Visual Studio와 Claude Code로 자동화하는 방법을 처음부터 배워볼 거예요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프로그래밍을 몰라도 괜찮아요 — 하고 싶은 일을 말로 설명하면 AI가 대신 코드를 만들어줘요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8CFF"/>
                </a:solidFill>
              </a:rPr>
              <a:t>용어 설명   </a:t>
            </a:r>
            <a:r>
              <a:rPr sz="1100">
                <a:solidFill>
                  <a:srgbClr val="333A4D"/>
                </a:solidFill>
              </a:rPr>
              <a:t/>
            </a:r>
            <a:r>
              <a:rPr sz="1100" b="1">
                <a:solidFill>
                  <a:srgbClr val="111C3B"/>
                </a:solidFill>
              </a:rPr>
              <a:t>자동화 </a:t>
            </a:r>
            <a:r>
              <a:rPr sz="1100">
                <a:solidFill>
                  <a:srgbClr val="333A4D"/>
                </a:solidFill>
              </a:rPr>
              <a:t>사람이 매번 반복하던 작업을 컴퓨터가 스스로 처리하도록 만드는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왜 자동화가 필요할까? — 세무사 사무실 엑셀 업무의 현실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매달 여러 거래처에서 보내온 엑셀 파일을 하나로 합치는 작업을 반복해야 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파일마다 열 순서나 서식이 조금씩 달라서, 손으로 맞추다 보면 시간이 오래 걸려요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홈택스에서 받은 자료와 회사 자체 엑셀 자료를 대조하는 일도 매번 같은 방식으로 되풀이돼요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사람이 직접 복사·붙여넣기를 반복하면 오탈자나 숫자 오류 같은 실수가 생기기 쉬워요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이런 '패턴이 있는 반복 작업'은 컴퓨터가 사람보다 훨씬 빠르고 정확하게 처리할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실제로 세무사 사무실에서 반복 업무를 자동화해 별도 인력 없이도 업무를 처리한 사례가 있어요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8CFF"/>
                </a:solidFill>
              </a:rPr>
              <a:t>용어 설명   </a:t>
            </a:r>
            <a:r>
              <a:rPr sz="1100">
                <a:solidFill>
                  <a:srgbClr val="333A4D"/>
                </a:solidFill>
              </a:rPr>
              <a:t/>
            </a:r>
            <a:r>
              <a:rPr sz="1100" b="1">
                <a:solidFill>
                  <a:srgbClr val="111C3B"/>
                </a:solidFill>
              </a:rPr>
              <a:t>홈택스 </a:t>
            </a:r>
            <a:r>
              <a:rPr sz="1100">
                <a:solidFill>
                  <a:srgbClr val="333A4D"/>
                </a:solidFill>
              </a:rPr>
              <a:t>국세청이 운영하는 세금 신고·조회 웹사이트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Visual Studio란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Visual Studio는 마이크로소프트가 만든 대표적인 코드 편집 프로그램(IDE)이에요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코드를 쓰고, 실행하고, 오류를 찾아 고치는 과정을 한 프로그램 안에서 모두 할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개인 개발자나 학생은 Community 버전을 무료로 설치해서 바로 쓸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가볍게 시작하고 싶다면, 더 단순한 버전인 VS Code(Visual Studio Code)를 써도 좋아요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2026년형 최신 버전은 Fluent UI로 화면이 더 깔끔해졌고, AI 도우미 기능이 기본으로 들어있어요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필요한 구성 요소만 골라 설치할 수 있어서, 컴퓨터 용량을 아낄 수 있어요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8CFF"/>
                </a:solidFill>
              </a:rPr>
              <a:t>용어 설명   </a:t>
            </a:r>
            <a:r>
              <a:rPr sz="1100">
                <a:solidFill>
                  <a:srgbClr val="333A4D"/>
                </a:solidFill>
              </a:rPr>
              <a:t/>
            </a:r>
            <a:r>
              <a:rPr sz="1100" b="1">
                <a:solidFill>
                  <a:srgbClr val="111C3B"/>
                </a:solidFill>
              </a:rPr>
              <a:t>IDE </a:t>
            </a:r>
            <a:r>
              <a:rPr sz="1100">
                <a:solidFill>
                  <a:srgbClr val="333A4D"/>
                </a:solidFill>
              </a:rPr>
              <a:t>코드 작성, 실행, 오류 수정까지 한 프로그램 안에서 해결할 수 있게 해주는 통합 개발 도구</a:t>
            </a:r>
            <a:r>
              <a:rPr sz="1100">
                <a:solidFill>
                  <a:srgbClr val="333A4D"/>
                </a:solidFill>
              </a:rPr>
              <a:t>     ·     </a:t>
            </a:r>
            <a:r>
              <a:rPr sz="1100" b="1">
                <a:solidFill>
                  <a:srgbClr val="111C3B"/>
                </a:solidFill>
              </a:rPr>
              <a:t>Community 버전 </a:t>
            </a:r>
            <a:r>
              <a:rPr sz="1100">
                <a:solidFill>
                  <a:srgbClr val="333A4D"/>
                </a:solidFill>
              </a:rPr>
              <a:t>개인, 학생, 소규모 팀이 무료로 쓸 수 있는 Visual Studio 버전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Claude Code란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Claude Code는 Anthropic이 만든, '대화로 코드를 작성해주는' AI 프로그램이에요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"이 엑셀 파일들을 하나로 합쳐줘"처럼 사람 말로 요청하면, AI가 알아서 코드를 쓰고 실행까지 도와줘요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터미널(CLI), VS Code/Visual Studio 확장 프로그램, 데스크톱 앱 등 여러 방식으로 사용할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여러 파일을 한 번에 읽고 이해할 수 있어서, 여러 개의 엑셀 파일이 얽힌 작업도 맡길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코드를 바로 실행하기 전에 "이렇게 할게요"라는 계획을 먼저 보여주고 확인받을 수 있어요(Plan Mode)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코딩을 몰라도, 하고 싶은 일을 우리말로 정확히 설명할 수 있으면 충분히 활용할 수 있어요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8CFF"/>
                </a:solidFill>
              </a:rPr>
              <a:t>용어 설명   </a:t>
            </a:r>
            <a:r>
              <a:rPr sz="1100">
                <a:solidFill>
                  <a:srgbClr val="333A4D"/>
                </a:solidFill>
              </a:rPr>
              <a:t/>
            </a:r>
            <a:r>
              <a:rPr sz="1100" b="1">
                <a:solidFill>
                  <a:srgbClr val="111C3B"/>
                </a:solidFill>
              </a:rPr>
              <a:t>CLI </a:t>
            </a:r>
            <a:r>
              <a:rPr sz="1100">
                <a:solidFill>
                  <a:srgbClr val="333A4D"/>
                </a:solidFill>
              </a:rPr>
              <a:t>화면의 버튼 대신 글자로 된 명령어로 컴퓨터에게 일을 시키는 방식</a:t>
            </a:r>
            <a:r>
              <a:rPr sz="1100">
                <a:solidFill>
                  <a:srgbClr val="333A4D"/>
                </a:solidFill>
              </a:rPr>
              <a:t>     ·     </a:t>
            </a:r>
            <a:r>
              <a:rPr sz="1100" b="1">
                <a:solidFill>
                  <a:srgbClr val="111C3B"/>
                </a:solidFill>
              </a:rPr>
              <a:t>Plan Mode </a:t>
            </a:r>
            <a:r>
              <a:rPr sz="1100">
                <a:solidFill>
                  <a:srgbClr val="333A4D"/>
                </a:solidFill>
              </a:rPr>
              <a:t>AI가 작업을 실행하기 전에 계획을 먼저 보여주는 기능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설치하고 연결하기 — Visual Studio(VS Code) + 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① Visual Studio 또는 VS Code를 공식 홈페이지에서 내려받아 설치해요 (Community 버전은 무료예요)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② 확장 프로그램(Extensions) 메뉴에서 'Claude Code'를 검색해 설치해요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③ 프로그램 안의 '터미널' 창에 claude 라고 입력하면 Claude Code가 바로 연결돼요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④ Anthropic 계정으로 로그인하면 준비가 끝나요 (Pro 요금제 또는 API 키가 필요해요)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⑤ 자동화하고 싶은 엑셀 파일들을 모아둔 폴더를 열어서 작업을 시작해요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설치가 처음이라면 화면에 나오는 안내를 그대로 따라가기만 하면 돼요, 어려운 설정은 필요 없어요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8CFF"/>
                </a:solidFill>
              </a:rPr>
              <a:t>용어 설명   </a:t>
            </a:r>
            <a:r>
              <a:rPr sz="1100">
                <a:solidFill>
                  <a:srgbClr val="333A4D"/>
                </a:solidFill>
              </a:rPr>
              <a:t/>
            </a:r>
            <a:r>
              <a:rPr sz="1100" b="1">
                <a:solidFill>
                  <a:srgbClr val="111C3B"/>
                </a:solidFill>
              </a:rPr>
              <a:t>확장 프로그램 </a:t>
            </a:r>
            <a:r>
              <a:rPr sz="1100">
                <a:solidFill>
                  <a:srgbClr val="333A4D"/>
                </a:solidFill>
              </a:rPr>
              <a:t>원래 프로그램에 새 기능을 더해주는 부가 프로그램</a:t>
            </a:r>
            <a:r>
              <a:rPr sz="1100">
                <a:solidFill>
                  <a:srgbClr val="333A4D"/>
                </a:solidFill>
              </a:rPr>
              <a:t>     ·     </a:t>
            </a:r>
            <a:r>
              <a:rPr sz="1100" b="1">
                <a:solidFill>
                  <a:srgbClr val="111C3B"/>
                </a:solidFill>
              </a:rPr>
              <a:t>API 키 </a:t>
            </a:r>
            <a:r>
              <a:rPr sz="1100">
                <a:solidFill>
                  <a:srgbClr val="333A4D"/>
                </a:solidFill>
              </a:rPr>
              <a:t>내 계정임을 증명해서 서비스를 사용할 수 있게 해주는 비밀번호 같은 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Claude Code에게 엑셀 자동화 시키는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하고 싶은 작업을 구체적으로 설명할수록 원하는 결과가 정확하게 나와요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예시 — "이 폴더에 있는 엑셀 파일들을 모두 읽어서, 같은 형식으로 합쳐 하나의 파일로 만들어줘"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파일 이름, 열 이름, 원하는 결과 형태(합계, 표 등)를 구체적으로 알려주면 더 좋아요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Claude Code가 만든 코드를 실행하기 전에 어떤 내용인지 먼저 보여주니, 확인하고 승인하면 돼요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결과가 마음에 안 들면 "이 부분만 다르게 해줘"처럼 추가로 수정을 요청할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한 번 만들어진 자동화 코드는 다음에도 똑같이 재사용할 수 있어요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실습: 반복 엑셀 작업 자동화 툴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목표 — 여러 거래처의 엑셀 파일을 매달 하나로 합쳐서 정리하는 나만의 자동화 툴 만들기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① Claude Code에게 "여러 엑셀 파일을 읽어서 하나로 합치고 새 파일로 저장해줘"라고 요청해요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② Claude Code가 만들어준 파이썬(Python) 코드를 실행 버튼으로 바로 돌려서 결과를 확인해요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③ 합쳐진 결과에 거래처별 합계나 서식을 추가해달라고 요청하면 코드를 더 다듬어줘요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④ 실제 업무 파일로 여러 번 테스트하면서, 원하는 결과가 나올 때까지 수정해요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코드를 직접 몰라도 괜찮아요 — 결과를 보고 "이 부분이 이상해"라고 말하면 AI가 고쳐줘요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0" y="1417320"/>
            <a:ext cx="4297680" cy="2926080"/>
          </a:xfrm>
          <a:prstGeom prst="rect">
            <a:avLst/>
          </a:prstGeom>
          <a:solidFill>
            <a:srgbClr val="111C3B"/>
          </a:solidFill>
        </p:spPr>
        <p:txBody>
          <a:bodyPr wrap="square" lIns="152400" tIns="152400">
            <a:spAutoFit/>
          </a:bodyPr>
          <a:lstStyle/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import glob</a:t>
            </a:r>
          </a:p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import pandas as pd</a:t>
            </a:r>
          </a:p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files = glob.glob("거래처_자료/*.xlsx")</a:t>
            </a:r>
          </a:p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tables = [pd.read_excel(f) for f in files]</a:t>
            </a:r>
          </a:p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merged = pd.concat(tables, ignore_index=True)</a:t>
            </a:r>
          </a:p>
          <a:p>
            <a:pPr>
              <a:defRPr sz="1300">
                <a:solidFill>
                  <a:srgbClr val="9CD8FF"/>
                </a:solidFill>
                <a:latin typeface="Consolas"/>
              </a:defRPr>
            </a:pPr>
            <a:r>
              <a:t>merged.to_excel("합계_결과.xlsx", index=False)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8CFF"/>
                </a:solidFill>
              </a:rPr>
              <a:t>용어 설명   </a:t>
            </a:r>
            <a:r>
              <a:rPr sz="1100">
                <a:solidFill>
                  <a:srgbClr val="333A4D"/>
                </a:solidFill>
              </a:rPr>
              <a:t/>
            </a:r>
            <a:r>
              <a:rPr sz="1100" b="1">
                <a:solidFill>
                  <a:srgbClr val="111C3B"/>
                </a:solidFill>
              </a:rPr>
              <a:t>pandas </a:t>
            </a:r>
            <a:r>
              <a:rPr sz="1100">
                <a:solidFill>
                  <a:srgbClr val="333A4D"/>
                </a:solidFill>
              </a:rPr>
              <a:t>엑셀 같은 표 형태 데이터를 파이썬에서 쉽게 다룰 수 있게 해주는 도구 모음</a:t>
            </a:r>
            <a:r>
              <a:rPr sz="1100">
                <a:solidFill>
                  <a:srgbClr val="333A4D"/>
                </a:solidFill>
              </a:rPr>
              <a:t>     ·     </a:t>
            </a:r>
            <a:r>
              <a:rPr sz="1100" b="1">
                <a:solidFill>
                  <a:srgbClr val="111C3B"/>
                </a:solidFill>
              </a:rPr>
              <a:t>파이썬(Python) </a:t>
            </a:r>
            <a:r>
              <a:rPr sz="1100">
                <a:solidFill>
                  <a:srgbClr val="333A4D"/>
                </a:solidFill>
              </a:rPr>
              <a:t>문법이 쉬워서 초보자도 많이 배우는 프로그래밍 언어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만든 자동화 툴 계속 사용하기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한 번 완성한 코드는 파일로 저장해두면 다음 달에도 똑같이 다시 쓸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매번 Visual Studio를 열지 않아도, 더블클릭 한 번으로 실행되게 만들 수 있어요(배치 파일, .bat)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PyInstaller 같은 도구를 쓰면 파이썬이 설치 안 된 컴퓨터에서도 실행 파일(.exe)로 돌릴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파일 이름이나 폴더 위치만 바뀌는 작업이라면, Claude Code에게 "경로만 바꿔서 다시 실행해줘"라고 요청하면 돼요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자주 쓰는 규칙(예: 항상 이 폴더의 파일을 정리해줘)을 적어두면 AI가 기억해서 다음에도 똑같이 도와줘요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반복되는 마감 작업일수록, 한 번 만든 자동화 툴이 오랫동안 시간을 절약해줘요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8CFF"/>
                </a:solidFill>
              </a:rPr>
              <a:t>용어 설명   </a:t>
            </a:r>
            <a:r>
              <a:rPr sz="1100">
                <a:solidFill>
                  <a:srgbClr val="333A4D"/>
                </a:solidFill>
              </a:rPr>
              <a:t/>
            </a:r>
            <a:r>
              <a:rPr sz="1100" b="1">
                <a:solidFill>
                  <a:srgbClr val="111C3B"/>
                </a:solidFill>
              </a:rPr>
              <a:t>배치 파일(.bat) </a:t>
            </a:r>
            <a:r>
              <a:rPr sz="1100">
                <a:solidFill>
                  <a:srgbClr val="333A4D"/>
                </a:solidFill>
              </a:rPr>
              <a:t>여러 명령어를 순서대로 실행하도록 적어둔 파일. 더블클릭하면 바로 실행돼요</a:t>
            </a:r>
            <a:r>
              <a:rPr sz="1100">
                <a:solidFill>
                  <a:srgbClr val="333A4D"/>
                </a:solidFill>
              </a:rPr>
              <a:t>     ·     </a:t>
            </a:r>
            <a:r>
              <a:rPr sz="1100" b="1">
                <a:solidFill>
                  <a:srgbClr val="111C3B"/>
                </a:solidFill>
              </a:rPr>
              <a:t>실행 파일(.exe) </a:t>
            </a:r>
            <a:r>
              <a:rPr sz="1100">
                <a:solidFill>
                  <a:srgbClr val="333A4D"/>
                </a:solidFill>
              </a:rPr>
              <a:t>파이썬 같은 프로그램이 없어도 컴퓨터에서 바로 실행할 수 있게 만든 독립 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결과를 웹페이지에서 확인하기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자동화한 결과를 나만 보지 않고, 웹페이지로 만들어 팀원들과 함께 볼 수도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GitHub는 내가 만든 코드나 파일을 인터넷에 저장하고 관리할 수 있는 무료 사이트예요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GitHub Pages를 이용하면 별도의 서버 없이도 내가 만든 웹페이지를 무료로 인터넷에 올릴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Claude Code에게 "이 결과를 표로 보여주는 웹페이지를 만들어줘"라고 요청하면 HTML 웹페이지도 만들어줘요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저장소(Repository)의 Settings에서 Pages 메뉴를 켜기만 하면, 주소가 자동으로 만들어져서 누구나 접속해 볼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매번 파일을 열어보지 않아도, 웹 주소 하나만 알려주면 결과를 바로 확인할 수 있어요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989320"/>
            <a:ext cx="10881360" cy="15240"/>
          </a:xfrm>
          <a:prstGeom prst="rect">
            <a:avLst/>
          </a:prstGeom>
          <a:solidFill>
            <a:srgbClr val="D8DC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881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4F8CFF"/>
                </a:solidFill>
              </a:rPr>
              <a:t>용어 설명   </a:t>
            </a:r>
            <a:r>
              <a:rPr sz="1100">
                <a:solidFill>
                  <a:srgbClr val="333A4D"/>
                </a:solidFill>
              </a:rPr>
              <a:t/>
            </a:r>
            <a:r>
              <a:rPr sz="1100" b="1">
                <a:solidFill>
                  <a:srgbClr val="111C3B"/>
                </a:solidFill>
              </a:rPr>
              <a:t>GitHub </a:t>
            </a:r>
            <a:r>
              <a:rPr sz="1100">
                <a:solidFill>
                  <a:srgbClr val="333A4D"/>
                </a:solidFill>
              </a:rPr>
              <a:t>코드와 파일을 인터넷에 저장하고 다른 사람과 함께 관리할 수 있는 사이트</a:t>
            </a:r>
            <a:r>
              <a:rPr sz="1100">
                <a:solidFill>
                  <a:srgbClr val="333A4D"/>
                </a:solidFill>
              </a:rPr>
              <a:t>     ·     </a:t>
            </a:r>
            <a:r>
              <a:rPr sz="1100" b="1">
                <a:solidFill>
                  <a:srgbClr val="111C3B"/>
                </a:solidFill>
              </a:rPr>
              <a:t>GitHub Pages </a:t>
            </a:r>
            <a:r>
              <a:rPr sz="1100">
                <a:solidFill>
                  <a:srgbClr val="333A4D"/>
                </a:solidFill>
              </a:rPr>
              <a:t>GitHub에 저장된 파일을 무료로 웹페이지처럼 볼 수 있게 해주는 기능</a:t>
            </a:r>
            <a:r>
              <a:rPr sz="1100">
                <a:solidFill>
                  <a:srgbClr val="333A4D"/>
                </a:solidFill>
              </a:rPr>
              <a:t>     ·     </a:t>
            </a:r>
            <a:r>
              <a:rPr sz="1100" b="1">
                <a:solidFill>
                  <a:srgbClr val="111C3B"/>
                </a:solidFill>
              </a:rPr>
              <a:t>저장소(Repository) </a:t>
            </a:r>
            <a:r>
              <a:rPr sz="1100">
                <a:solidFill>
                  <a:srgbClr val="333A4D"/>
                </a:solidFill>
              </a:rPr>
              <a:t>코드와 파일들을 모아두는 폴더 같은 공간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F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11C3B"/>
                </a:solidFill>
              </a:defRPr>
            </a:pPr>
            <a:r>
              <a:t>정리 &amp; 다음 스텝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8813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오늘은 경력단절 후 다시 출근한 상황을 가정해서, 반복적인 엑셀 업무를 자동화하는 전체 과정을 살펴봤어요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Visual Studio(또는 VS Code)와 Claude Code를 연결하면, 코딩을 몰라도 말로 설명해서 나만의 자동화 툴을 만들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한 번 만든 자동화 툴은 저장해두고 계속 재사용할 수 있고, 결과는 웹페이지로도 공유할 수 있어요</a:t>
            </a:r>
          </a:p>
          <a:p>
            <a:pPr>
              <a:spcAft>
                <a:spcPts val="1200"/>
              </a:spcAft>
              <a:defRPr sz="1700">
                <a:solidFill>
                  <a:srgbClr val="333A4D"/>
                </a:solidFill>
              </a:defRPr>
            </a:pPr>
            <a:r>
              <a:t>•  지금 하고 있는 반복 업무 중 하나를 골라서, 오늘 배운 방법으로 직접 자동화해보세요!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33A4D"/>
                </a:solidFill>
              </a:defRPr>
            </a:pPr>
            <a:r>
              <a:t>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